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4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4AADD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ODAT - Gamified Habits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ADDC"/>
                </a:solidFill>
              </a:rPr>
              <a:t>ODAT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Yaxshi odatlarni o'yinga aylantiramiz.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25CC"/>
                </a:solidFill>
              </a:rPr>
              <a:t>Bolalar va o'smirlar uchun AI qatnashuvidagi gamified intizom ilovasi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ADDC"/>
                </a:solidFill>
              </a:rPr>
              <a:t>MUAMMO: QARAMLIK VA DANGASALIK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Yoshlarning aksariyati ijtimoiy tarmoqlar (TikTok, Instagram) va mobil o'yinlarga kuchli qaram.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Jismoniy faollikning pastligi va kitob mutolaasining keskin tushib ketishi.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Ota-onalar farzandlari bilan ekran vaqti bo'yicha doimiy tushunmovchilik va stress holatida.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Bozorda qiziqarli (o'yin orqali) va ta'sirchan nazorat mexanizmi yetishmaydi.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ADDC"/>
                </a:solidFill>
              </a:rPr>
              <a:t>YECHIM: ODAT ILOVASI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ODAT - har qanday majburiyatni qiziqarli RPG (Rolli) o'yiniga aylantiruvchi platforma.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Intizom orqali qulfdan chiqarish: Faqatgina berilgan vazifalar (sport, mutolaa) bajarilgandagina ko'ngilochar dasturlar ochiladi.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O'yin elementlari orqali g'alaba: Bolalar o'z o'yin darajalarini (Level) va Tangalarini ko'paytirish uchun majburan emas, o'z xohishi bilan odat shakllantiradi.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ADDC"/>
                </a:solidFill>
              </a:rPr>
              <a:t>QANDAY ISHLAYDI? (ASOSIY IMKONIYATLAR)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AI Vision (Kamera bilan kuzatish): Sun'iy intellekt orqali otjimaniye/press kabi mashqlar avtomatik sanaladi, aldash imkonsiz.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App Blocker: Dars paytida chalg'ituvchi ilovalar yopiladi, vazifa qilingach qulfdan olinadi.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PvP va Boss Reydlari: Do'stlar bilan yakkama-yakka jang (Kim ko'proq topshiriq bajaradi?) va barcha ishtirokchilar "Dangasalik" maxluqiga qarshi.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Ota-ona paneli (Parent Mode): Farzand faoliyatini to'liq nazorat qilish, GPS orqali kuzatish va mukofot tangalar yuborish.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ADDC"/>
                </a:solidFill>
              </a:rPr>
              <a:t>BOZOR HAJMI (MARKET SIZE)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O'zbekiston miqyosida: 10 milliondan ortiq faol yoshlar, internet va smartfon foydalanuvchilari.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MDH va Global bozor: EdTech va Gamified Health/Productivity ilovalari yillik +20% o'smoqda (bozor hajmi 30 mlrd$+).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Ota-onalar farzandining xavfsizligi va ta'limi uchun raqamli ilovalarga obuna bo'lishga eng ko'p pul sarflaydigan segment hisoblanadi.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ADDC"/>
                </a:solidFill>
              </a:rPr>
              <a:t>RAQOBATDAGI USTUNLIK (UNFAIR ADVANTAGE)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Mahalliy madaniyat va o'zbek tiliga 100% moslashtirilganlik.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AI Vision (Sun'iy intellekt nigohi) orqali vazifalar bajarilishini inson omilisiz tekshirish (faqat ODATda bor!).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Mukammal o'yinlashtirish (Gamification) ekotizimi: Boshqa to-do ilovalar kabi zerikarli emas, foydalanuvchida kuchli "Hook" (ushlab qolish) mexanizmi bor.</a:t>
            </a:r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FFFFF"/>
                </a:solidFill>
              </a:rPr>
              <a:t>Avtomatik bloklovchi tizim - dangasalarga variant qoldirmaydi.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2026-09-02T18:55:17Z</dcterms:created>
  <dcterms:modified xsi:type="dcterms:W3CDTF">2026-09-02T18:55:17Z</dcterms:modified>
</cp:coreProperties>
</file>